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50BA6-0574-CFD1-0F34-568785E53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88ADC8-8843-D9B3-9B9B-ACD33DA8A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4166AA-77FD-6F53-93C9-6B795CBF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90EBE3-3D98-E28B-65C2-062790D9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12E686-CE21-DB7F-7347-25F6515A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72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C06FD5-A659-52AF-1311-546EE0CF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8A4BF2-4448-D4C6-B59A-747F0C6B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888F3F-96BD-F78B-825A-FEA51309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DADF5-EDEB-7761-B23F-FFC16FFB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09FD64-F3B8-7291-2783-2D48615F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48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324C0-3B3F-57D1-8FAF-FBE9815B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8F452B-CF1B-8227-053A-5D5E5321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3B44A5-C29F-0D4D-2542-541A6F9C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257AC7-2FE8-A2D5-BA66-BDFEDBA5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514B52-79B0-CA3E-25F4-16D72CDB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69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2243D-84BC-8839-8C01-1F4710DF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2098B4-5068-C969-C62E-869F61B9E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D1646E-B2ED-45CE-B30A-A510C0A6B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DD9173-07EE-0B2E-BC52-ADBED524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2314E9-824E-029E-2FF2-5F97797E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9AE0BD-8550-71A9-2D6F-28C7F154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3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FF807-05E6-A7F8-4C6D-21D47E1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6E89F4-32BA-8276-BE23-FD697491F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76BCAE-A582-479E-5B2F-738A59682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111F30-D217-4B9E-6B2C-C6D755414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A880FB-63B6-1D40-CC79-7C167298F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31B84A-0F82-8B25-B604-4202414F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61F9D2-A67D-3932-F712-4830CC86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CE8FCF-4EE9-5DB7-74DB-DF236723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57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7F10A-42D0-C540-1192-B533E185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5B3BC7-A8D5-02C5-7DA8-04449A84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73CE13-E718-E1A9-830B-595238C1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DD712C-A4B4-C174-1FA6-6CEC66A7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42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5747F8-0976-63B5-658D-54BFEB0F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C962C5-D232-8FF0-E76F-FA8F6110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2C7542-CE13-2ED6-0ED5-EF11C970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23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9F227E-AA60-A7E7-CAED-A1AAD35B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6EF14F-CE46-8A51-E8E4-A5307B11E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0342D2-BABE-4E78-5BD3-8D283B0AA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F53B9F-69CA-AECF-9421-2F8559D5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7A8D49-4DD1-1388-241E-763E9D4A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6B85BC-674F-415D-7AD3-67D11038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78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A834C-9090-AB8C-325E-E7914F5C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E9A7B7-384C-0ADD-7E5C-189EB368A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8B60FB-DFA5-6D89-F850-D411FFF75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5CC5C2-41DD-82B7-3EE4-F8D9D0E4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8D0597-4582-3D6B-4CED-B41CE5C1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592B3D-8953-8CFA-E49C-414BF0B3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349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6820E-7438-0718-28A6-7B84DA72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851E9D-4716-EF94-D78F-96F855DE1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7B1752-F980-3E09-74F1-B67D4596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D890E6-DD87-41CC-113C-2DA4731E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EFB67F-660D-34C3-D002-DD3C55F3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07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FC2348-5B37-BC4C-0B60-9609B6493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82A5C0-7B97-75A7-9966-EB59CB17F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A1885B-2D8F-E78F-3C91-C1C52759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7606AC-CA61-F74E-11DA-2CAB9322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A4EA57-34BA-1B19-9021-48197E17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52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7B2E42-0223-9780-B06A-E878CCF4B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91907E-E9BB-4C6E-8852-5F01B5A6F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8750A5-7C32-3BBA-28EC-8D7529651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5695D-822A-4F02-8360-5A26DDFDB859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50D195-FFB4-FFC1-30A0-BAB3DF187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579D34-F63B-122B-1E48-3EE515084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62BA7-8529-4B2C-8347-982DE5309C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92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92FC6-994B-513E-1989-D542F540D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47609"/>
            <a:ext cx="12192000" cy="2387600"/>
          </a:xfrm>
        </p:spPr>
        <p:txBody>
          <a:bodyPr anchor="t">
            <a:normAutofit fontScale="90000"/>
          </a:bodyPr>
          <a:lstStyle/>
          <a:p>
            <a:r>
              <a:rPr lang="fr-FR" dirty="0">
                <a:latin typeface="Bahnschrift" panose="020B0502040204020203" pitchFamily="34" charset="0"/>
              </a:rPr>
              <a:t>DOSSIER PROJET</a:t>
            </a:r>
            <a:br>
              <a:rPr lang="fr-FR" dirty="0"/>
            </a:br>
            <a:r>
              <a:rPr lang="fr-FR" dirty="0"/>
              <a:t>Titre professionnel (DWWM)</a:t>
            </a:r>
            <a:br>
              <a:rPr lang="fr-FR" dirty="0"/>
            </a:br>
            <a:r>
              <a:rPr lang="fr-FR" dirty="0" err="1"/>
              <a:t>Developpeur</a:t>
            </a:r>
            <a:r>
              <a:rPr lang="fr-FR" dirty="0"/>
              <a:t> Web et Web Mobile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13E9DF-C6A5-657E-DBD8-9BEFD3447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5179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Bahnschrift</vt:lpstr>
      <vt:lpstr>Calibri</vt:lpstr>
      <vt:lpstr>Thème Office</vt:lpstr>
      <vt:lpstr>DOSSIER PROJET Titre professionnel (DWWM) Developpeur Web et Web Mobile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Edna</dc:creator>
  <cp:lastModifiedBy>Martin Edna</cp:lastModifiedBy>
  <cp:revision>4</cp:revision>
  <dcterms:created xsi:type="dcterms:W3CDTF">2026-06-25T08:08:21Z</dcterms:created>
  <dcterms:modified xsi:type="dcterms:W3CDTF">2026-06-25T08:13:29Z</dcterms:modified>
</cp:coreProperties>
</file>